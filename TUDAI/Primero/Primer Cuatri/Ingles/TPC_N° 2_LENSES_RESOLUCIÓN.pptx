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ppt/theme/themeOverride1.xml" ContentType="application/vnd.openxmlformats-officedocument.themeOverride+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45" d="100"/>
          <a:sy n="45" d="100"/>
        </p:scale>
        <p:origin x="-1236"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9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11 Rectángulo"/>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13 Rectángulo"/>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18 Rectángulo"/>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10 Conector recto"/>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1" name="17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2" name="19 Conector recto"/>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3" name="15 Conector recto"/>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4" name="14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5" name="21 Conector recto"/>
          <p:cNvSpPr>
            <a:spLocks noChangeShapeType="1"/>
          </p:cNvSpPr>
          <p:nvPr/>
        </p:nvSpPr>
        <p:spPr bwMode="auto">
          <a:xfrm>
            <a:off x="911383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6" name="26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20 Elipse"/>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22 Elipse"/>
          <p:cNvSpPr/>
          <p:nvPr/>
        </p:nvSpPr>
        <p:spPr bwMode="auto">
          <a:xfrm>
            <a:off x="1309688" y="4867275"/>
            <a:ext cx="641350"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23 Elipse"/>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0" name="25 Elipse"/>
          <p:cNvSpPr/>
          <p:nvPr/>
        </p:nvSpPr>
        <p:spPr bwMode="auto">
          <a:xfrm>
            <a:off x="1663700" y="5788025"/>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1" name="24 Elipse"/>
          <p:cNvSpPr/>
          <p:nvPr/>
        </p:nvSpPr>
        <p:spPr>
          <a:xfrm>
            <a:off x="1905000" y="4495800"/>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7 Título"/>
          <p:cNvSpPr>
            <a:spLocks noGrp="1"/>
          </p:cNvSpPr>
          <p:nvPr>
            <p:ph type="ctrTitle"/>
          </p:nvPr>
        </p:nvSpPr>
        <p:spPr>
          <a:xfrm>
            <a:off x="2286000" y="3124200"/>
            <a:ext cx="6172200" cy="1894362"/>
          </a:xfrm>
        </p:spPr>
        <p:txBody>
          <a:bodyPr/>
          <a:lstStyle>
            <a:lvl1pPr>
              <a:defRPr b="1"/>
            </a:lvl1pPr>
          </a:lstStyle>
          <a:p>
            <a:r>
              <a:rPr lang="es-ES" smtClean="0"/>
              <a:t>Haga clic para modificar el estilo de título del patrón</a:t>
            </a:r>
            <a:endParaRPr lang="en-US"/>
          </a:p>
        </p:txBody>
      </p:sp>
      <p:sp>
        <p:nvSpPr>
          <p:cNvPr id="9" name="8 Subtítulo"/>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s-ES" smtClean="0"/>
              <a:t>Haga clic para modificar el estilo de subtítulo del patrón</a:t>
            </a:r>
            <a:endParaRPr lang="en-US"/>
          </a:p>
        </p:txBody>
      </p:sp>
      <p:sp>
        <p:nvSpPr>
          <p:cNvPr id="22" name="27 Marcador de fecha"/>
          <p:cNvSpPr>
            <a:spLocks noGrp="1"/>
          </p:cNvSpPr>
          <p:nvPr>
            <p:ph type="dt" sz="half" idx="10"/>
          </p:nvPr>
        </p:nvSpPr>
        <p:spPr bwMode="auto">
          <a:xfrm rot="5400000">
            <a:off x="7764463" y="1174750"/>
            <a:ext cx="2286000" cy="381000"/>
          </a:xfrm>
        </p:spPr>
        <p:txBody>
          <a:bodyPr/>
          <a:lstStyle>
            <a:lvl1pPr>
              <a:defRPr/>
            </a:lvl1pPr>
          </a:lstStyle>
          <a:p>
            <a:pPr>
              <a:defRPr/>
            </a:pPr>
            <a:fld id="{2B104CEA-C9BE-4164-8A96-AE8D7EA6AE8C}" type="datetimeFigureOut">
              <a:rPr lang="es-ES"/>
              <a:pPr>
                <a:defRPr/>
              </a:pPr>
              <a:t>15/04/2020</a:t>
            </a:fld>
            <a:endParaRPr lang="es-ES"/>
          </a:p>
        </p:txBody>
      </p:sp>
      <p:sp>
        <p:nvSpPr>
          <p:cNvPr id="23" name="16 Marcador de pie de página"/>
          <p:cNvSpPr>
            <a:spLocks noGrp="1"/>
          </p:cNvSpPr>
          <p:nvPr>
            <p:ph type="ftr" sz="quarter" idx="11"/>
          </p:nvPr>
        </p:nvSpPr>
        <p:spPr bwMode="auto">
          <a:xfrm rot="5400000">
            <a:off x="7077076" y="4181475"/>
            <a:ext cx="3657600" cy="384175"/>
          </a:xfrm>
        </p:spPr>
        <p:txBody>
          <a:bodyPr/>
          <a:lstStyle>
            <a:lvl1pPr>
              <a:defRPr/>
            </a:lvl1pPr>
          </a:lstStyle>
          <a:p>
            <a:pPr>
              <a:defRPr/>
            </a:pPr>
            <a:endParaRPr lang="es-ES"/>
          </a:p>
        </p:txBody>
      </p:sp>
      <p:sp>
        <p:nvSpPr>
          <p:cNvPr id="24" name="28 Marcador de número de diapositiva"/>
          <p:cNvSpPr>
            <a:spLocks noGrp="1"/>
          </p:cNvSpPr>
          <p:nvPr>
            <p:ph type="sldNum" sz="quarter" idx="12"/>
          </p:nvPr>
        </p:nvSpPr>
        <p:spPr bwMode="auto">
          <a:xfrm>
            <a:off x="1325563" y="4929188"/>
            <a:ext cx="609600" cy="517525"/>
          </a:xfrm>
        </p:spPr>
        <p:txBody>
          <a:bodyPr/>
          <a:lstStyle>
            <a:lvl1pPr>
              <a:defRPr/>
            </a:lvl1pPr>
          </a:lstStyle>
          <a:p>
            <a:pPr>
              <a:defRPr/>
            </a:pPr>
            <a:fld id="{BBF082A6-B2AF-49D3-8ED2-ECC8E45BF085}" type="slidenum">
              <a:rPr lang="es-ES"/>
              <a:pPr>
                <a:defRPr/>
              </a:pPr>
              <a:t>‹Nº›</a:t>
            </a:fld>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8" name="7 Marcador de contenido"/>
          <p:cNvSpPr>
            <a:spLocks noGrp="1"/>
          </p:cNvSpPr>
          <p:nvPr>
            <p:ph sz="quarter" idx="1"/>
          </p:nvPr>
        </p:nvSpPr>
        <p:spPr>
          <a:xfrm>
            <a:off x="457200" y="1600200"/>
            <a:ext cx="7467600" cy="487375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6 Marcador de fecha"/>
          <p:cNvSpPr>
            <a:spLocks noGrp="1"/>
          </p:cNvSpPr>
          <p:nvPr>
            <p:ph type="dt" sz="half" idx="10"/>
          </p:nvPr>
        </p:nvSpPr>
        <p:spPr/>
        <p:txBody>
          <a:bodyPr rtlCol="0"/>
          <a:lstStyle>
            <a:lvl1pPr>
              <a:defRPr/>
            </a:lvl1pPr>
          </a:lstStyle>
          <a:p>
            <a:pPr>
              <a:defRPr/>
            </a:pPr>
            <a:fld id="{405B500C-2C2F-450B-88AF-8AE40474EB9E}" type="datetimeFigureOut">
              <a:rPr lang="es-ES"/>
              <a:pPr>
                <a:defRPr/>
              </a:pPr>
              <a:t>15/04/2020</a:t>
            </a:fld>
            <a:endParaRPr lang="es-ES"/>
          </a:p>
        </p:txBody>
      </p:sp>
      <p:sp>
        <p:nvSpPr>
          <p:cNvPr id="5" name="8 Marcador de número de diapositiva"/>
          <p:cNvSpPr>
            <a:spLocks noGrp="1"/>
          </p:cNvSpPr>
          <p:nvPr>
            <p:ph type="sldNum" sz="quarter" idx="11"/>
          </p:nvPr>
        </p:nvSpPr>
        <p:spPr/>
        <p:txBody>
          <a:bodyPr rtlCol="0"/>
          <a:lstStyle>
            <a:lvl1pPr>
              <a:defRPr/>
            </a:lvl1pPr>
          </a:lstStyle>
          <a:p>
            <a:pPr>
              <a:defRPr/>
            </a:pPr>
            <a:fld id="{14F2A08E-D6CE-4B19-9E3B-EBCA28973F81}" type="slidenum">
              <a:rPr lang="es-ES"/>
              <a:pPr>
                <a:defRPr/>
              </a:pPr>
              <a:t>‹Nº›</a:t>
            </a:fld>
            <a:endParaRPr lang="es-ES"/>
          </a:p>
        </p:txBody>
      </p:sp>
      <p:sp>
        <p:nvSpPr>
          <p:cNvPr id="6" name="9 Marcador de pie de página"/>
          <p:cNvSpPr>
            <a:spLocks noGrp="1"/>
          </p:cNvSpPr>
          <p:nvPr>
            <p:ph type="ftr" sz="quarter" idx="12"/>
          </p:nvPr>
        </p:nvSpPr>
        <p:spPr/>
        <p:txBody>
          <a:bodyPr rtlCol="0"/>
          <a:lstStyle>
            <a:lvl1pPr>
              <a:defRPr/>
            </a:lvl1pPr>
          </a:lstStyle>
          <a:p>
            <a:pPr>
              <a:defRPr/>
            </a:pPr>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4" name="8 Rectángulo"/>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9 Rectángulo"/>
          <p:cNvSpPr/>
          <p:nvPr/>
        </p:nvSpPr>
        <p:spPr bwMode="auto">
          <a:xfrm>
            <a:off x="276225" y="0"/>
            <a:ext cx="104775"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10 Rectángulo"/>
          <p:cNvSpPr/>
          <p:nvPr/>
        </p:nvSpPr>
        <p:spPr bwMode="auto">
          <a:xfrm>
            <a:off x="990600" y="0"/>
            <a:ext cx="182563"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11 Rectángulo"/>
          <p:cNvSpPr/>
          <p:nvPr/>
        </p:nvSpPr>
        <p:spPr bwMode="auto">
          <a:xfrm>
            <a:off x="1141413" y="0"/>
            <a:ext cx="230187"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12 Conector recto"/>
          <p:cNvSpPr>
            <a:spLocks noChangeShapeType="1"/>
          </p:cNvSpPr>
          <p:nvPr/>
        </p:nvSpPr>
        <p:spPr bwMode="auto">
          <a:xfrm>
            <a:off x="106363"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9" name="13 Conector recto"/>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0" name="14 Conector recto"/>
          <p:cNvSpPr>
            <a:spLocks noChangeShapeType="1"/>
          </p:cNvSpPr>
          <p:nvPr/>
        </p:nvSpPr>
        <p:spPr bwMode="auto">
          <a:xfrm>
            <a:off x="854075"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1" name="15 Conector recto"/>
          <p:cNvSpPr>
            <a:spLocks noChangeShapeType="1"/>
          </p:cNvSpPr>
          <p:nvPr/>
        </p:nvSpPr>
        <p:spPr bwMode="auto">
          <a:xfrm>
            <a:off x="172720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2" name="16 Conector recto"/>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3" name="17 Rectángulo"/>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18 Elipse"/>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5" name="19 Elipse"/>
          <p:cNvSpPr/>
          <p:nvPr/>
        </p:nvSpPr>
        <p:spPr bwMode="auto">
          <a:xfrm>
            <a:off x="1323975" y="4867275"/>
            <a:ext cx="642938" cy="64135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6" name="20 Elipse"/>
          <p:cNvSpPr/>
          <p:nvPr/>
        </p:nvSpPr>
        <p:spPr bwMode="auto">
          <a:xfrm>
            <a:off x="1090613" y="5500688"/>
            <a:ext cx="138112" cy="136525"/>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7" name="21 Elipse"/>
          <p:cNvSpPr/>
          <p:nvPr/>
        </p:nvSpPr>
        <p:spPr bwMode="auto">
          <a:xfrm>
            <a:off x="1663700" y="5791200"/>
            <a:ext cx="274638" cy="274638"/>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8" name="22 Elipse"/>
          <p:cNvSpPr/>
          <p:nvPr/>
        </p:nvSpPr>
        <p:spPr bwMode="auto">
          <a:xfrm>
            <a:off x="1879600" y="4479925"/>
            <a:ext cx="365125" cy="365125"/>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9" name="25 Conector recto"/>
          <p:cNvSpPr>
            <a:spLocks noChangeShapeType="1"/>
          </p:cNvSpPr>
          <p:nvPr/>
        </p:nvSpPr>
        <p:spPr bwMode="auto">
          <a:xfrm>
            <a:off x="9097963"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2" name="1 Título"/>
          <p:cNvSpPr>
            <a:spLocks noGrp="1"/>
          </p:cNvSpPr>
          <p:nvPr>
            <p:ph type="title"/>
          </p:nvPr>
        </p:nvSpPr>
        <p:spPr>
          <a:xfrm>
            <a:off x="2286000" y="2895600"/>
            <a:ext cx="6172200" cy="2053590"/>
          </a:xfrm>
        </p:spPr>
        <p:txBody>
          <a:bodyPr/>
          <a:lstStyle>
            <a:lvl1pPr algn="l">
              <a:buNone/>
              <a:defRPr sz="3000" b="1" cap="small" baseline="0"/>
            </a:lvl1pPr>
          </a:lstStyle>
          <a:p>
            <a:r>
              <a:rPr lang="es-ES" smtClean="0"/>
              <a:t>Haga clic para modificar el estilo de título del patrón</a:t>
            </a:r>
            <a:endParaRPr lang="en-US"/>
          </a:p>
        </p:txBody>
      </p:sp>
      <p:sp>
        <p:nvSpPr>
          <p:cNvPr id="3" name="2 Marcador de texto"/>
          <p:cNvSpPr>
            <a:spLocks noGrp="1"/>
          </p:cNvSpPr>
          <p:nvPr>
            <p:ph type="body" idx="1"/>
          </p:nvPr>
        </p:nvSpPr>
        <p:spPr>
          <a:xfrm>
            <a:off x="2286000" y="5010150"/>
            <a:ext cx="6172200" cy="1371600"/>
          </a:xfrm>
        </p:spPr>
        <p:txBody>
          <a:bodyPr/>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s-ES" smtClean="0"/>
              <a:t>Haga clic para modificar el estilo de texto del patrón</a:t>
            </a:r>
          </a:p>
        </p:txBody>
      </p:sp>
      <p:sp>
        <p:nvSpPr>
          <p:cNvPr id="20" name="3 Marcador de fecha"/>
          <p:cNvSpPr>
            <a:spLocks noGrp="1"/>
          </p:cNvSpPr>
          <p:nvPr>
            <p:ph type="dt" sz="half" idx="10"/>
          </p:nvPr>
        </p:nvSpPr>
        <p:spPr bwMode="auto">
          <a:xfrm rot="5400000">
            <a:off x="7762875" y="1169988"/>
            <a:ext cx="2286000" cy="381000"/>
          </a:xfrm>
        </p:spPr>
        <p:txBody>
          <a:bodyPr/>
          <a:lstStyle>
            <a:lvl1pPr>
              <a:defRPr/>
            </a:lvl1pPr>
          </a:lstStyle>
          <a:p>
            <a:pPr>
              <a:defRPr/>
            </a:pPr>
            <a:fld id="{45C6AC56-9E55-4B22-B858-3740C9EB430F}" type="datetimeFigureOut">
              <a:rPr lang="es-ES"/>
              <a:pPr>
                <a:defRPr/>
              </a:pPr>
              <a:t>15/04/2020</a:t>
            </a:fld>
            <a:endParaRPr lang="es-ES"/>
          </a:p>
        </p:txBody>
      </p:sp>
      <p:sp>
        <p:nvSpPr>
          <p:cNvPr id="21" name="4 Marcador de pie de página"/>
          <p:cNvSpPr>
            <a:spLocks noGrp="1"/>
          </p:cNvSpPr>
          <p:nvPr>
            <p:ph type="ftr" sz="quarter" idx="11"/>
          </p:nvPr>
        </p:nvSpPr>
        <p:spPr bwMode="auto">
          <a:xfrm rot="5400000">
            <a:off x="7077076" y="4178300"/>
            <a:ext cx="3657600" cy="384175"/>
          </a:xfrm>
        </p:spPr>
        <p:txBody>
          <a:bodyPr/>
          <a:lstStyle>
            <a:lvl1pPr>
              <a:defRPr/>
            </a:lvl1pPr>
          </a:lstStyle>
          <a:p>
            <a:pPr>
              <a:defRPr/>
            </a:pPr>
            <a:endParaRPr lang="es-ES"/>
          </a:p>
        </p:txBody>
      </p:sp>
      <p:sp>
        <p:nvSpPr>
          <p:cNvPr id="22" name="5 Marcador de número de diapositiva"/>
          <p:cNvSpPr>
            <a:spLocks noGrp="1"/>
          </p:cNvSpPr>
          <p:nvPr>
            <p:ph type="sldNum" sz="quarter" idx="12"/>
          </p:nvPr>
        </p:nvSpPr>
        <p:spPr bwMode="auto">
          <a:xfrm>
            <a:off x="1339850" y="4929188"/>
            <a:ext cx="609600" cy="517525"/>
          </a:xfrm>
        </p:spPr>
        <p:txBody>
          <a:bodyPr/>
          <a:lstStyle>
            <a:lvl1pPr>
              <a:defRPr/>
            </a:lvl1pPr>
          </a:lstStyle>
          <a:p>
            <a:pPr>
              <a:defRPr/>
            </a:pPr>
            <a:fld id="{22BD0E24-48A0-43D2-8BE4-9735BF0C7829}" type="slidenum">
              <a:rPr lang="es-ES"/>
              <a:pPr>
                <a:defRPr/>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9" name="8 Marcador de contenido"/>
          <p:cNvSpPr>
            <a:spLocks noGrp="1"/>
          </p:cNvSpPr>
          <p:nvPr>
            <p:ph sz="quarter" idx="1"/>
          </p:nvPr>
        </p:nvSpPr>
        <p:spPr>
          <a:xfrm>
            <a:off x="457200" y="1600200"/>
            <a:ext cx="3657600" cy="45720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1" name="10 Marcador de contenido"/>
          <p:cNvSpPr>
            <a:spLocks noGrp="1"/>
          </p:cNvSpPr>
          <p:nvPr>
            <p:ph sz="quarter" idx="2"/>
          </p:nvPr>
        </p:nvSpPr>
        <p:spPr>
          <a:xfrm>
            <a:off x="4270248" y="1600200"/>
            <a:ext cx="3657600" cy="45720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13 Marcador de fecha"/>
          <p:cNvSpPr>
            <a:spLocks noGrp="1"/>
          </p:cNvSpPr>
          <p:nvPr>
            <p:ph type="dt" sz="half" idx="10"/>
          </p:nvPr>
        </p:nvSpPr>
        <p:spPr/>
        <p:txBody>
          <a:bodyPr/>
          <a:lstStyle>
            <a:lvl1pPr>
              <a:defRPr/>
            </a:lvl1pPr>
          </a:lstStyle>
          <a:p>
            <a:pPr>
              <a:defRPr/>
            </a:pPr>
            <a:fld id="{00E5B382-09EE-4678-B5A6-834550785AF9}" type="datetimeFigureOut">
              <a:rPr lang="es-ES"/>
              <a:pPr>
                <a:defRPr/>
              </a:pPr>
              <a:t>15/04/2020</a:t>
            </a:fld>
            <a:endParaRPr lang="es-ES"/>
          </a:p>
        </p:txBody>
      </p:sp>
      <p:sp>
        <p:nvSpPr>
          <p:cNvPr id="6" name="2 Marcador de pie de página"/>
          <p:cNvSpPr>
            <a:spLocks noGrp="1"/>
          </p:cNvSpPr>
          <p:nvPr>
            <p:ph type="ftr" sz="quarter" idx="11"/>
          </p:nvPr>
        </p:nvSpPr>
        <p:spPr/>
        <p:txBody>
          <a:bodyPr/>
          <a:lstStyle>
            <a:lvl1pPr>
              <a:defRPr/>
            </a:lvl1pPr>
          </a:lstStyle>
          <a:p>
            <a:pPr>
              <a:defRPr/>
            </a:pPr>
            <a:endParaRPr lang="es-ES"/>
          </a:p>
        </p:txBody>
      </p:sp>
      <p:sp>
        <p:nvSpPr>
          <p:cNvPr id="7" name="22 Marcador de número de diapositiva"/>
          <p:cNvSpPr>
            <a:spLocks noGrp="1"/>
          </p:cNvSpPr>
          <p:nvPr>
            <p:ph type="sldNum" sz="quarter" idx="12"/>
          </p:nvPr>
        </p:nvSpPr>
        <p:spPr/>
        <p:txBody>
          <a:bodyPr/>
          <a:lstStyle>
            <a:lvl1pPr>
              <a:defRPr/>
            </a:lvl1pPr>
          </a:lstStyle>
          <a:p>
            <a:pPr>
              <a:defRPr/>
            </a:pPr>
            <a:fld id="{CF820FB5-AF99-462B-98F3-327209E6DF4D}" type="slidenum">
              <a:rPr lang="es-ES"/>
              <a:pPr>
                <a:defRPr/>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7543800" cy="1143000"/>
          </a:xfrm>
        </p:spPr>
        <p:txBody>
          <a:bodyPr/>
          <a:lstStyle>
            <a:lvl1pPr>
              <a:defRPr/>
            </a:lvl1pPr>
          </a:lstStyle>
          <a:p>
            <a:r>
              <a:rPr lang="es-ES" smtClean="0"/>
              <a:t>Haga clic para modificar el estilo de título del patrón</a:t>
            </a:r>
            <a:endParaRPr lang="en-US"/>
          </a:p>
        </p:txBody>
      </p:sp>
      <p:sp>
        <p:nvSpPr>
          <p:cNvPr id="11" name="10 Marcador de contenido"/>
          <p:cNvSpPr>
            <a:spLocks noGrp="1"/>
          </p:cNvSpPr>
          <p:nvPr>
            <p:ph sz="quarter" idx="2"/>
          </p:nvPr>
        </p:nvSpPr>
        <p:spPr>
          <a:xfrm>
            <a:off x="457200" y="2362200"/>
            <a:ext cx="3657600" cy="38862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3" name="12 Marcador de contenido"/>
          <p:cNvSpPr>
            <a:spLocks noGrp="1"/>
          </p:cNvSpPr>
          <p:nvPr>
            <p:ph sz="quarter" idx="4"/>
          </p:nvPr>
        </p:nvSpPr>
        <p:spPr>
          <a:xfrm>
            <a:off x="4371975" y="2362200"/>
            <a:ext cx="3657600" cy="3886200"/>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2" name="11 Marcador de texto"/>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s-ES" smtClean="0"/>
              <a:t>Haga clic para modificar el estilo de texto del patrón</a:t>
            </a:r>
          </a:p>
        </p:txBody>
      </p:sp>
      <p:sp>
        <p:nvSpPr>
          <p:cNvPr id="14" name="13 Marcador de texto"/>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a:r>
              <a:rPr lang="es-ES" smtClean="0"/>
              <a:t>Haga clic para modificar el estilo de texto del patrón</a:t>
            </a:r>
          </a:p>
        </p:txBody>
      </p:sp>
      <p:sp>
        <p:nvSpPr>
          <p:cNvPr id="7" name="13 Marcador de fecha"/>
          <p:cNvSpPr>
            <a:spLocks noGrp="1"/>
          </p:cNvSpPr>
          <p:nvPr>
            <p:ph type="dt" sz="half" idx="10"/>
          </p:nvPr>
        </p:nvSpPr>
        <p:spPr/>
        <p:txBody>
          <a:bodyPr/>
          <a:lstStyle>
            <a:lvl1pPr>
              <a:defRPr/>
            </a:lvl1pPr>
          </a:lstStyle>
          <a:p>
            <a:pPr>
              <a:defRPr/>
            </a:pPr>
            <a:fld id="{2F960F0E-B68B-4EA8-9D27-D07261765B66}" type="datetimeFigureOut">
              <a:rPr lang="es-ES"/>
              <a:pPr>
                <a:defRPr/>
              </a:pPr>
              <a:t>15/04/2020</a:t>
            </a:fld>
            <a:endParaRPr lang="es-ES"/>
          </a:p>
        </p:txBody>
      </p:sp>
      <p:sp>
        <p:nvSpPr>
          <p:cNvPr id="8" name="2 Marcador de pie de página"/>
          <p:cNvSpPr>
            <a:spLocks noGrp="1"/>
          </p:cNvSpPr>
          <p:nvPr>
            <p:ph type="ftr" sz="quarter" idx="11"/>
          </p:nvPr>
        </p:nvSpPr>
        <p:spPr/>
        <p:txBody>
          <a:bodyPr/>
          <a:lstStyle>
            <a:lvl1pPr>
              <a:defRPr/>
            </a:lvl1pPr>
          </a:lstStyle>
          <a:p>
            <a:pPr>
              <a:defRPr/>
            </a:pPr>
            <a:endParaRPr lang="es-ES"/>
          </a:p>
        </p:txBody>
      </p:sp>
      <p:sp>
        <p:nvSpPr>
          <p:cNvPr id="9" name="22 Marcador de número de diapositiva"/>
          <p:cNvSpPr>
            <a:spLocks noGrp="1"/>
          </p:cNvSpPr>
          <p:nvPr>
            <p:ph type="sldNum" sz="quarter" idx="12"/>
          </p:nvPr>
        </p:nvSpPr>
        <p:spPr/>
        <p:txBody>
          <a:bodyPr/>
          <a:lstStyle>
            <a:lvl1pPr>
              <a:defRPr/>
            </a:lvl1pPr>
          </a:lstStyle>
          <a:p>
            <a:pPr>
              <a:defRPr/>
            </a:pPr>
            <a:fld id="{053054F3-0297-4242-8858-2F462BDF6897}" type="slidenum">
              <a:rPr lang="es-ES"/>
              <a:pPr>
                <a:defRPr/>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5 Marcador de fecha"/>
          <p:cNvSpPr>
            <a:spLocks noGrp="1"/>
          </p:cNvSpPr>
          <p:nvPr>
            <p:ph type="dt" sz="half" idx="10"/>
          </p:nvPr>
        </p:nvSpPr>
        <p:spPr/>
        <p:txBody>
          <a:bodyPr rtlCol="0"/>
          <a:lstStyle>
            <a:lvl1pPr>
              <a:defRPr/>
            </a:lvl1pPr>
          </a:lstStyle>
          <a:p>
            <a:pPr>
              <a:defRPr/>
            </a:pPr>
            <a:fld id="{FA437B23-5DFD-409A-A91B-F5379FE044C3}" type="datetimeFigureOut">
              <a:rPr lang="es-ES"/>
              <a:pPr>
                <a:defRPr/>
              </a:pPr>
              <a:t>15/04/2020</a:t>
            </a:fld>
            <a:endParaRPr lang="es-ES"/>
          </a:p>
        </p:txBody>
      </p:sp>
      <p:sp>
        <p:nvSpPr>
          <p:cNvPr id="4" name="6 Marcador de número de diapositiva"/>
          <p:cNvSpPr>
            <a:spLocks noGrp="1"/>
          </p:cNvSpPr>
          <p:nvPr>
            <p:ph type="sldNum" sz="quarter" idx="11"/>
          </p:nvPr>
        </p:nvSpPr>
        <p:spPr/>
        <p:txBody>
          <a:bodyPr rtlCol="0"/>
          <a:lstStyle>
            <a:lvl1pPr>
              <a:defRPr/>
            </a:lvl1pPr>
          </a:lstStyle>
          <a:p>
            <a:pPr>
              <a:defRPr/>
            </a:pPr>
            <a:fld id="{0117C786-1566-45A9-8DF9-D2BDD9172EAC}" type="slidenum">
              <a:rPr lang="es-ES"/>
              <a:pPr>
                <a:defRPr/>
              </a:pPr>
              <a:t>‹Nº›</a:t>
            </a:fld>
            <a:endParaRPr lang="es-ES"/>
          </a:p>
        </p:txBody>
      </p:sp>
      <p:sp>
        <p:nvSpPr>
          <p:cNvPr id="5" name="7 Marcador de pie de página"/>
          <p:cNvSpPr>
            <a:spLocks noGrp="1"/>
          </p:cNvSpPr>
          <p:nvPr>
            <p:ph type="ftr" sz="quarter" idx="12"/>
          </p:nvPr>
        </p:nvSpPr>
        <p:spPr/>
        <p:txBody>
          <a:bodyPr rtlCol="0"/>
          <a:lstStyle>
            <a:lvl1pPr>
              <a:defRPr/>
            </a:lvl1pPr>
          </a:lstStyle>
          <a:p>
            <a:pPr>
              <a:defRPr/>
            </a:pPr>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3 Marcador de fecha"/>
          <p:cNvSpPr>
            <a:spLocks noGrp="1"/>
          </p:cNvSpPr>
          <p:nvPr>
            <p:ph type="dt" sz="half" idx="10"/>
          </p:nvPr>
        </p:nvSpPr>
        <p:spPr/>
        <p:txBody>
          <a:bodyPr/>
          <a:lstStyle>
            <a:lvl1pPr>
              <a:defRPr/>
            </a:lvl1pPr>
          </a:lstStyle>
          <a:p>
            <a:pPr>
              <a:defRPr/>
            </a:pPr>
            <a:fld id="{5A729D8C-FD74-450C-8F72-B626DF3BC3C2}" type="datetimeFigureOut">
              <a:rPr lang="es-ES"/>
              <a:pPr>
                <a:defRPr/>
              </a:pPr>
              <a:t>15/04/2020</a:t>
            </a:fld>
            <a:endParaRPr lang="es-ES"/>
          </a:p>
        </p:txBody>
      </p:sp>
      <p:sp>
        <p:nvSpPr>
          <p:cNvPr id="3" name="2 Marcador de pie de página"/>
          <p:cNvSpPr>
            <a:spLocks noGrp="1"/>
          </p:cNvSpPr>
          <p:nvPr>
            <p:ph type="ftr" sz="quarter" idx="11"/>
          </p:nvPr>
        </p:nvSpPr>
        <p:spPr/>
        <p:txBody>
          <a:bodyPr/>
          <a:lstStyle>
            <a:lvl1pPr>
              <a:defRPr/>
            </a:lvl1pPr>
          </a:lstStyle>
          <a:p>
            <a:pPr>
              <a:defRPr/>
            </a:pPr>
            <a:endParaRPr lang="es-ES"/>
          </a:p>
        </p:txBody>
      </p:sp>
      <p:sp>
        <p:nvSpPr>
          <p:cNvPr id="4" name="22 Marcador de número de diapositiva"/>
          <p:cNvSpPr>
            <a:spLocks noGrp="1"/>
          </p:cNvSpPr>
          <p:nvPr>
            <p:ph type="sldNum" sz="quarter" idx="12"/>
          </p:nvPr>
        </p:nvSpPr>
        <p:spPr/>
        <p:txBody>
          <a:bodyPr/>
          <a:lstStyle>
            <a:lvl1pPr>
              <a:defRPr/>
            </a:lvl1pPr>
          </a:lstStyle>
          <a:p>
            <a:pPr>
              <a:defRPr/>
            </a:pPr>
            <a:fld id="{A4B6C7DB-7105-4A6B-9CC5-F238A4C785E5}" type="slidenum">
              <a:rPr lang="es-ES"/>
              <a:pPr>
                <a:defRPr/>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5" name="9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6" name="7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7" name="8 Conector recto"/>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8" name="10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9" name="11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12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1" name="13 Elipse"/>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1 Título"/>
          <p:cNvSpPr>
            <a:spLocks noGrp="1"/>
          </p:cNvSpPr>
          <p:nvPr>
            <p:ph type="title"/>
          </p:nvPr>
        </p:nvSpPr>
        <p:spPr>
          <a:xfrm rot="5400000">
            <a:off x="3371850" y="3200400"/>
            <a:ext cx="6309360" cy="457200"/>
          </a:xfrm>
        </p:spPr>
        <p:txBody>
          <a:bodyPr/>
          <a:lstStyle>
            <a:lvl1pPr algn="l">
              <a:buNone/>
              <a:defRPr sz="2000" b="1" cap="small" baseline="0"/>
            </a:lvl1pPr>
          </a:lstStyle>
          <a:p>
            <a:r>
              <a:rPr lang="es-ES" smtClean="0"/>
              <a:t>Haga clic para modificar el estilo de título del patrón</a:t>
            </a:r>
            <a:endParaRPr lang="en-US"/>
          </a:p>
        </p:txBody>
      </p:sp>
      <p:sp>
        <p:nvSpPr>
          <p:cNvPr id="3" name="2 Marcador de texto"/>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a:r>
              <a:rPr lang="es-ES" smtClean="0"/>
              <a:t>Haga clic para modificar el estilo de texto del patrón</a:t>
            </a:r>
          </a:p>
        </p:txBody>
      </p:sp>
      <p:sp>
        <p:nvSpPr>
          <p:cNvPr id="18" name="17 Marcador de contenido"/>
          <p:cNvSpPr>
            <a:spLocks noGrp="1"/>
          </p:cNvSpPr>
          <p:nvPr>
            <p:ph sz="quarter" idx="1"/>
          </p:nvPr>
        </p:nvSpPr>
        <p:spPr>
          <a:xfrm>
            <a:off x="304800" y="274320"/>
            <a:ext cx="5638800" cy="632764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2" name="20 Marcador de fecha"/>
          <p:cNvSpPr>
            <a:spLocks noGrp="1"/>
          </p:cNvSpPr>
          <p:nvPr>
            <p:ph type="dt" sz="half" idx="10"/>
          </p:nvPr>
        </p:nvSpPr>
        <p:spPr/>
        <p:txBody>
          <a:bodyPr rtlCol="0"/>
          <a:lstStyle>
            <a:lvl1pPr>
              <a:defRPr/>
            </a:lvl1pPr>
          </a:lstStyle>
          <a:p>
            <a:pPr>
              <a:defRPr/>
            </a:pPr>
            <a:fld id="{F13A9A4A-4DB5-4A14-9422-F4324D77FBCB}" type="datetimeFigureOut">
              <a:rPr lang="es-ES"/>
              <a:pPr>
                <a:defRPr/>
              </a:pPr>
              <a:t>15/04/2020</a:t>
            </a:fld>
            <a:endParaRPr lang="es-ES"/>
          </a:p>
        </p:txBody>
      </p:sp>
      <p:sp>
        <p:nvSpPr>
          <p:cNvPr id="13" name="21 Marcador de número de diapositiva"/>
          <p:cNvSpPr>
            <a:spLocks noGrp="1"/>
          </p:cNvSpPr>
          <p:nvPr>
            <p:ph type="sldNum" sz="quarter" idx="11"/>
          </p:nvPr>
        </p:nvSpPr>
        <p:spPr/>
        <p:txBody>
          <a:bodyPr rtlCol="0"/>
          <a:lstStyle>
            <a:lvl1pPr>
              <a:defRPr/>
            </a:lvl1pPr>
          </a:lstStyle>
          <a:p>
            <a:pPr>
              <a:defRPr/>
            </a:pPr>
            <a:fld id="{69236BB3-C38C-4004-8FD9-12F1C37B1FB9}" type="slidenum">
              <a:rPr lang="es-ES"/>
              <a:pPr>
                <a:defRPr/>
              </a:pPr>
              <a:t>‹Nº›</a:t>
            </a:fld>
            <a:endParaRPr lang="es-ES"/>
          </a:p>
        </p:txBody>
      </p:sp>
      <p:sp>
        <p:nvSpPr>
          <p:cNvPr id="14" name="22 Marcador de pie de página"/>
          <p:cNvSpPr>
            <a:spLocks noGrp="1"/>
          </p:cNvSpPr>
          <p:nvPr>
            <p:ph type="ftr" sz="quarter" idx="12"/>
          </p:nvPr>
        </p:nvSpPr>
        <p:spPr/>
        <p:txBody>
          <a:bodyPr rtlCol="0"/>
          <a:lstStyle>
            <a:lvl1pPr>
              <a:defRPr/>
            </a:lvl1pPr>
          </a:lstStyle>
          <a:p>
            <a:pPr>
              <a:defRPr/>
            </a:pPr>
            <a:endParaRPr lang="es-E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5" name="8 Conector recto"/>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6" name="12 Elipse"/>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7" name="9 Conector recto"/>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8" name="10 Rectángulo"/>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11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0" name="18 Conector recto"/>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11" name="19 Conector recto"/>
          <p:cNvSpPr>
            <a:spLocks noChangeShapeType="1"/>
          </p:cNvSpPr>
          <p:nvPr/>
        </p:nvSpPr>
        <p:spPr bwMode="auto">
          <a:xfrm>
            <a:off x="6192838" y="0"/>
            <a:ext cx="0" cy="6858000"/>
          </a:xfrm>
          <a:prstGeom prst="line">
            <a:avLst/>
          </a:prstGeom>
          <a:noFill/>
          <a:ln w="1270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2" name="1 Título"/>
          <p:cNvSpPr>
            <a:spLocks noGrp="1"/>
          </p:cNvSpPr>
          <p:nvPr>
            <p:ph type="title"/>
          </p:nvPr>
        </p:nvSpPr>
        <p:spPr>
          <a:xfrm rot="5400000">
            <a:off x="3350133" y="3200400"/>
            <a:ext cx="6309360" cy="457200"/>
          </a:xfrm>
        </p:spPr>
        <p:txBody>
          <a:bodyPr/>
          <a:lstStyle>
            <a:lvl1pPr algn="l">
              <a:buNone/>
              <a:defRPr sz="2000" b="1"/>
            </a:lvl1pPr>
          </a:lstStyle>
          <a:p>
            <a:r>
              <a:rPr lang="es-ES" smtClean="0"/>
              <a:t>Haga clic para modificar el estilo de título del patrón</a:t>
            </a:r>
            <a:endParaRPr lang="en-US"/>
          </a:p>
        </p:txBody>
      </p:sp>
      <p:sp>
        <p:nvSpPr>
          <p:cNvPr id="3" name="2 Marcador de posición de imagen"/>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ormAutofit/>
          </a:bodyPr>
          <a:lstStyle>
            <a:lvl1pPr marL="0" indent="0">
              <a:buNone/>
              <a:defRPr sz="3200"/>
            </a:lvl1pPr>
          </a:lstStyle>
          <a:p>
            <a:pPr lvl="0"/>
            <a:r>
              <a:rPr lang="es-ES" noProof="0" smtClean="0"/>
              <a:t>Haga clic en el icono para agregar una imagen</a:t>
            </a:r>
            <a:endParaRPr lang="en-US" noProof="0" dirty="0"/>
          </a:p>
        </p:txBody>
      </p:sp>
      <p:sp>
        <p:nvSpPr>
          <p:cNvPr id="4" name="3 Marcador de texto"/>
          <p:cNvSpPr>
            <a:spLocks noGrp="1"/>
          </p:cNvSpPr>
          <p:nvPr>
            <p:ph type="body" sz="half" idx="2"/>
          </p:nvPr>
        </p:nvSpPr>
        <p:spPr>
          <a:xfrm>
            <a:off x="6765798" y="264795"/>
            <a:ext cx="1524000" cy="4956048"/>
          </a:xfrm>
        </p:spPr>
        <p:txBody>
          <a:bodyPr rot="0" spcFirstLastPara="0" vertOverflow="overflow" horzOverflow="overflow" spcCol="274320" rtlCol="0" fromWordArt="0" forceAA="0">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a:r>
              <a:rPr lang="es-ES" smtClean="0"/>
              <a:t>Haga clic para modificar el estilo de texto del patrón</a:t>
            </a:r>
          </a:p>
        </p:txBody>
      </p:sp>
      <p:sp>
        <p:nvSpPr>
          <p:cNvPr id="12" name="16 Marcador de fecha"/>
          <p:cNvSpPr>
            <a:spLocks noGrp="1"/>
          </p:cNvSpPr>
          <p:nvPr>
            <p:ph type="dt" sz="half" idx="10"/>
          </p:nvPr>
        </p:nvSpPr>
        <p:spPr/>
        <p:txBody>
          <a:bodyPr rtlCol="0"/>
          <a:lstStyle>
            <a:lvl1pPr>
              <a:defRPr/>
            </a:lvl1pPr>
          </a:lstStyle>
          <a:p>
            <a:pPr>
              <a:defRPr/>
            </a:pPr>
            <a:fld id="{C7AB9BD8-B8F8-4CBD-879F-2BF1F5456FB3}" type="datetimeFigureOut">
              <a:rPr lang="es-ES"/>
              <a:pPr>
                <a:defRPr/>
              </a:pPr>
              <a:t>15/04/2020</a:t>
            </a:fld>
            <a:endParaRPr lang="es-ES"/>
          </a:p>
        </p:txBody>
      </p:sp>
      <p:sp>
        <p:nvSpPr>
          <p:cNvPr id="13" name="17 Marcador de número de diapositiva"/>
          <p:cNvSpPr>
            <a:spLocks noGrp="1"/>
          </p:cNvSpPr>
          <p:nvPr>
            <p:ph type="sldNum" sz="quarter" idx="11"/>
          </p:nvPr>
        </p:nvSpPr>
        <p:spPr/>
        <p:txBody>
          <a:bodyPr rtlCol="0"/>
          <a:lstStyle>
            <a:lvl1pPr>
              <a:defRPr/>
            </a:lvl1pPr>
          </a:lstStyle>
          <a:p>
            <a:pPr>
              <a:defRPr/>
            </a:pPr>
            <a:fld id="{4FA208AB-CB9E-4A24-9715-428ACFFF2780}" type="slidenum">
              <a:rPr lang="es-ES"/>
              <a:pPr>
                <a:defRPr/>
              </a:pPr>
              <a:t>‹Nº›</a:t>
            </a:fld>
            <a:endParaRPr lang="es-ES"/>
          </a:p>
        </p:txBody>
      </p:sp>
      <p:sp>
        <p:nvSpPr>
          <p:cNvPr id="14" name="20 Marcador de pie de página"/>
          <p:cNvSpPr>
            <a:spLocks noGrp="1"/>
          </p:cNvSpPr>
          <p:nvPr>
            <p:ph type="ftr" sz="quarter" idx="12"/>
          </p:nvPr>
        </p:nvSpPr>
        <p:spPr/>
        <p:txBody>
          <a:bodyPr rtlCol="0"/>
          <a:lstStyle>
            <a:lvl1pPr>
              <a:defRPr/>
            </a:lvl1pPr>
          </a:lstStyle>
          <a:p>
            <a:pPr>
              <a:defRPr/>
            </a:pPr>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13 Marcador de fecha"/>
          <p:cNvSpPr>
            <a:spLocks noGrp="1"/>
          </p:cNvSpPr>
          <p:nvPr>
            <p:ph type="dt" sz="half" idx="10"/>
          </p:nvPr>
        </p:nvSpPr>
        <p:spPr/>
        <p:txBody>
          <a:bodyPr/>
          <a:lstStyle>
            <a:lvl1pPr>
              <a:defRPr/>
            </a:lvl1pPr>
          </a:lstStyle>
          <a:p>
            <a:pPr>
              <a:defRPr/>
            </a:pPr>
            <a:fld id="{37F48DB7-EA95-46D9-8602-6E1DADABC5F1}" type="datetimeFigureOut">
              <a:rPr lang="es-ES"/>
              <a:pPr>
                <a:defRPr/>
              </a:pPr>
              <a:t>15/04/2020</a:t>
            </a:fld>
            <a:endParaRPr lang="es-ES"/>
          </a:p>
        </p:txBody>
      </p:sp>
      <p:sp>
        <p:nvSpPr>
          <p:cNvPr id="5" name="2 Marcador de pie de página"/>
          <p:cNvSpPr>
            <a:spLocks noGrp="1"/>
          </p:cNvSpPr>
          <p:nvPr>
            <p:ph type="ftr" sz="quarter" idx="11"/>
          </p:nvPr>
        </p:nvSpPr>
        <p:spPr/>
        <p:txBody>
          <a:bodyPr/>
          <a:lstStyle>
            <a:lvl1pPr>
              <a:defRPr/>
            </a:lvl1pPr>
          </a:lstStyle>
          <a:p>
            <a:pPr>
              <a:defRPr/>
            </a:pPr>
            <a:endParaRPr lang="es-ES"/>
          </a:p>
        </p:txBody>
      </p:sp>
      <p:sp>
        <p:nvSpPr>
          <p:cNvPr id="6" name="22 Marcador de número de diapositiva"/>
          <p:cNvSpPr>
            <a:spLocks noGrp="1"/>
          </p:cNvSpPr>
          <p:nvPr>
            <p:ph type="sldNum" sz="quarter" idx="12"/>
          </p:nvPr>
        </p:nvSpPr>
        <p:spPr/>
        <p:txBody>
          <a:bodyPr/>
          <a:lstStyle>
            <a:lvl1pPr>
              <a:defRPr/>
            </a:lvl1pPr>
          </a:lstStyle>
          <a:p>
            <a:pPr>
              <a:defRPr/>
            </a:pPr>
            <a:fld id="{C8D8AB63-138B-44E0-9372-AE05AF5F5294}" type="slidenum">
              <a:rPr lang="es-ES"/>
              <a:pPr>
                <a:defRPr/>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9"/>
            <a:ext cx="1676400" cy="5851525"/>
          </a:xfrm>
        </p:spPr>
        <p:txBody>
          <a:bodyPr vert="eaVert"/>
          <a:lstStyle/>
          <a:p>
            <a:r>
              <a:rPr lang="es-ES" smtClean="0"/>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13 Marcador de fecha"/>
          <p:cNvSpPr>
            <a:spLocks noGrp="1"/>
          </p:cNvSpPr>
          <p:nvPr>
            <p:ph type="dt" sz="half" idx="10"/>
          </p:nvPr>
        </p:nvSpPr>
        <p:spPr/>
        <p:txBody>
          <a:bodyPr/>
          <a:lstStyle>
            <a:lvl1pPr>
              <a:defRPr/>
            </a:lvl1pPr>
          </a:lstStyle>
          <a:p>
            <a:pPr>
              <a:defRPr/>
            </a:pPr>
            <a:fld id="{28ED2778-F7DA-4237-AC84-95F02CCC781C}" type="datetimeFigureOut">
              <a:rPr lang="es-ES"/>
              <a:pPr>
                <a:defRPr/>
              </a:pPr>
              <a:t>15/04/2020</a:t>
            </a:fld>
            <a:endParaRPr lang="es-ES"/>
          </a:p>
        </p:txBody>
      </p:sp>
      <p:sp>
        <p:nvSpPr>
          <p:cNvPr id="5" name="2 Marcador de pie de página"/>
          <p:cNvSpPr>
            <a:spLocks noGrp="1"/>
          </p:cNvSpPr>
          <p:nvPr>
            <p:ph type="ftr" sz="quarter" idx="11"/>
          </p:nvPr>
        </p:nvSpPr>
        <p:spPr/>
        <p:txBody>
          <a:bodyPr/>
          <a:lstStyle>
            <a:lvl1pPr>
              <a:defRPr/>
            </a:lvl1pPr>
          </a:lstStyle>
          <a:p>
            <a:pPr>
              <a:defRPr/>
            </a:pPr>
            <a:endParaRPr lang="es-ES"/>
          </a:p>
        </p:txBody>
      </p:sp>
      <p:sp>
        <p:nvSpPr>
          <p:cNvPr id="6" name="22 Marcador de número de diapositiva"/>
          <p:cNvSpPr>
            <a:spLocks noGrp="1"/>
          </p:cNvSpPr>
          <p:nvPr>
            <p:ph type="sldNum" sz="quarter" idx="12"/>
          </p:nvPr>
        </p:nvSpPr>
        <p:spPr/>
        <p:txBody>
          <a:bodyPr/>
          <a:lstStyle>
            <a:lvl1pPr>
              <a:defRPr/>
            </a:lvl1pPr>
          </a:lstStyle>
          <a:p>
            <a:pPr>
              <a:defRPr/>
            </a:pPr>
            <a:fld id="{6453C1F8-3C0E-43A3-8832-C136EB43FE6B}" type="slidenum">
              <a:rPr lang="es-ES"/>
              <a:pPr>
                <a:defRPr/>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15 Conector recto"/>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22" name="21 Marcador de título"/>
          <p:cNvSpPr>
            <a:spLocks noGrp="1"/>
          </p:cNvSpPr>
          <p:nvPr>
            <p:ph type="title"/>
          </p:nvPr>
        </p:nvSpPr>
        <p:spPr>
          <a:xfrm>
            <a:off x="457200" y="274638"/>
            <a:ext cx="7467600" cy="1143000"/>
          </a:xfrm>
          <a:prstGeom prst="rect">
            <a:avLst/>
          </a:prstGeom>
        </p:spPr>
        <p:txBody>
          <a:bodyPr vert="horz" anchor="b">
            <a:normAutofit/>
          </a:bodyPr>
          <a:lstStyle/>
          <a:p>
            <a:r>
              <a:rPr lang="es-ES" smtClean="0"/>
              <a:t>Haga clic para modificar el estilo de título del patrón</a:t>
            </a:r>
            <a:endParaRPr lang="en-US"/>
          </a:p>
        </p:txBody>
      </p:sp>
      <p:sp>
        <p:nvSpPr>
          <p:cNvPr id="1028" name="12 Marcador de texto"/>
          <p:cNvSpPr>
            <a:spLocks noGrp="1"/>
          </p:cNvSpPr>
          <p:nvPr>
            <p:ph type="body" idx="1"/>
          </p:nvPr>
        </p:nvSpPr>
        <p:spPr bwMode="auto">
          <a:xfrm>
            <a:off x="457200" y="1600200"/>
            <a:ext cx="7467600" cy="48736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smtClean="0"/>
          </a:p>
        </p:txBody>
      </p:sp>
      <p:sp>
        <p:nvSpPr>
          <p:cNvPr id="14" name="13 Marcador de fecha"/>
          <p:cNvSpPr>
            <a:spLocks noGrp="1"/>
          </p:cNvSpPr>
          <p:nvPr>
            <p:ph type="dt" sz="half" idx="2"/>
          </p:nvPr>
        </p:nvSpPr>
        <p:spPr>
          <a:xfrm rot="5400000">
            <a:off x="7589045" y="1081881"/>
            <a:ext cx="2011362" cy="384175"/>
          </a:xfrm>
          <a:prstGeom prst="rect">
            <a:avLst/>
          </a:prstGeom>
        </p:spPr>
        <p:txBody>
          <a:bodyPr vert="horz" anchor="ctr" anchorCtr="0"/>
          <a:lstStyle>
            <a:lvl1pPr algn="r" eaLnBrk="1" fontAlgn="auto" latinLnBrk="0" hangingPunct="1">
              <a:spcBef>
                <a:spcPts val="0"/>
              </a:spcBef>
              <a:spcAft>
                <a:spcPts val="0"/>
              </a:spcAft>
              <a:defRPr kumimoji="0" sz="1200" smtClean="0">
                <a:solidFill>
                  <a:schemeClr val="tx2"/>
                </a:solidFill>
                <a:latin typeface="+mn-lt"/>
              </a:defRPr>
            </a:lvl1pPr>
          </a:lstStyle>
          <a:p>
            <a:pPr>
              <a:defRPr/>
            </a:pPr>
            <a:fld id="{5C45BA32-6FA1-4F2E-8968-936DCA952A7D}" type="datetimeFigureOut">
              <a:rPr lang="es-ES"/>
              <a:pPr>
                <a:defRPr/>
              </a:pPr>
              <a:t>15/04/2020</a:t>
            </a:fld>
            <a:endParaRPr lang="es-ES"/>
          </a:p>
        </p:txBody>
      </p:sp>
      <p:sp>
        <p:nvSpPr>
          <p:cNvPr id="3" name="2 Marcador de pie de página"/>
          <p:cNvSpPr>
            <a:spLocks noGrp="1"/>
          </p:cNvSpPr>
          <p:nvPr>
            <p:ph type="ftr" sz="quarter" idx="3"/>
          </p:nvPr>
        </p:nvSpPr>
        <p:spPr>
          <a:xfrm rot="5400000">
            <a:off x="6989763" y="3736975"/>
            <a:ext cx="3200400" cy="365125"/>
          </a:xfrm>
          <a:prstGeom prst="rect">
            <a:avLst/>
          </a:prstGeom>
        </p:spPr>
        <p:txBody>
          <a:bodyPr vert="horz" anchor="ctr" anchorCtr="0"/>
          <a:lstStyle>
            <a:lvl1pPr algn="l" eaLnBrk="1" fontAlgn="auto" latinLnBrk="0" hangingPunct="1">
              <a:spcBef>
                <a:spcPts val="0"/>
              </a:spcBef>
              <a:spcAft>
                <a:spcPts val="0"/>
              </a:spcAft>
              <a:defRPr kumimoji="0" sz="1200">
                <a:solidFill>
                  <a:schemeClr val="tx2"/>
                </a:solidFill>
                <a:latin typeface="+mn-lt"/>
              </a:defRPr>
            </a:lvl1pPr>
          </a:lstStyle>
          <a:p>
            <a:pPr>
              <a:defRPr/>
            </a:pPr>
            <a:endParaRPr lang="es-ES"/>
          </a:p>
        </p:txBody>
      </p:sp>
      <p:sp>
        <p:nvSpPr>
          <p:cNvPr id="7" name="6 Conector recto"/>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9" name="8 Conector recto"/>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0" name="9 Rectángulo"/>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10 Conector recto"/>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a:lstStyle/>
          <a:p>
            <a:pPr fontAlgn="auto">
              <a:spcBef>
                <a:spcPts val="0"/>
              </a:spcBef>
              <a:spcAft>
                <a:spcPts val="0"/>
              </a:spcAft>
              <a:defRPr/>
            </a:pPr>
            <a:endParaRPr lang="en-US">
              <a:latin typeface="+mn-lt"/>
            </a:endParaRPr>
          </a:p>
        </p:txBody>
      </p:sp>
      <p:sp>
        <p:nvSpPr>
          <p:cNvPr id="12" name="11 Elipse"/>
          <p:cNvSpPr/>
          <p:nvPr/>
        </p:nvSpPr>
        <p:spPr>
          <a:xfrm>
            <a:off x="8156575" y="5715000"/>
            <a:ext cx="549275" cy="549275"/>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3" name="22 Marcador de número de diapositiva"/>
          <p:cNvSpPr>
            <a:spLocks noGrp="1"/>
          </p:cNvSpPr>
          <p:nvPr>
            <p:ph type="sldNum" sz="quarter" idx="4"/>
          </p:nvPr>
        </p:nvSpPr>
        <p:spPr>
          <a:xfrm>
            <a:off x="8129588" y="5734050"/>
            <a:ext cx="609600" cy="520700"/>
          </a:xfrm>
          <a:prstGeom prst="rect">
            <a:avLst/>
          </a:prstGeom>
        </p:spPr>
        <p:txBody>
          <a:bodyPr vert="horz" anchor="ctr"/>
          <a:lstStyle>
            <a:lvl1pPr algn="ctr" eaLnBrk="1" fontAlgn="auto" latinLnBrk="0" hangingPunct="1">
              <a:spcBef>
                <a:spcPts val="0"/>
              </a:spcBef>
              <a:spcAft>
                <a:spcPts val="0"/>
              </a:spcAft>
              <a:defRPr kumimoji="0" sz="1400" b="1" smtClean="0">
                <a:solidFill>
                  <a:srgbClr val="FFFFFF"/>
                </a:solidFill>
                <a:latin typeface="+mn-lt"/>
              </a:defRPr>
            </a:lvl1pPr>
          </a:lstStyle>
          <a:p>
            <a:pPr>
              <a:defRPr/>
            </a:pPr>
            <a:fld id="{86022050-73A3-4A01-B295-5CCC494A0C9E}" type="slidenum">
              <a:rPr lang="es-ES"/>
              <a:pPr>
                <a:defRPr/>
              </a:pPr>
              <a:t>‹Nº›</a:t>
            </a:fld>
            <a:endParaRPr lang="es-E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1" r:id="rId4"/>
    <p:sldLayoutId id="2147483670" r:id="rId5"/>
    <p:sldLayoutId id="2147483675" r:id="rId6"/>
    <p:sldLayoutId id="2147483669" r:id="rId7"/>
    <p:sldLayoutId id="2147483676" r:id="rId8"/>
    <p:sldLayoutId id="2147483677" r:id="rId9"/>
    <p:sldLayoutId id="2147483668" r:id="rId10"/>
    <p:sldLayoutId id="2147483667" r:id="rId11"/>
  </p:sldLayoutIdLst>
  <p:txStyles>
    <p:titleStyle>
      <a:lvl1pPr algn="l" rtl="0" fontAlgn="base">
        <a:spcBef>
          <a:spcPct val="0"/>
        </a:spcBef>
        <a:spcAft>
          <a:spcPct val="0"/>
        </a:spcAft>
        <a:defRPr sz="3000" kern="1200" cap="small">
          <a:solidFill>
            <a:schemeClr val="tx2"/>
          </a:solidFill>
          <a:latin typeface="+mj-lt"/>
          <a:ea typeface="+mj-ea"/>
          <a:cs typeface="+mj-cs"/>
        </a:defRPr>
      </a:lvl1pPr>
      <a:lvl2pPr algn="l" rtl="0" fontAlgn="base">
        <a:spcBef>
          <a:spcPct val="0"/>
        </a:spcBef>
        <a:spcAft>
          <a:spcPct val="0"/>
        </a:spcAft>
        <a:defRPr sz="3000">
          <a:solidFill>
            <a:schemeClr val="tx2"/>
          </a:solidFill>
          <a:latin typeface="Century Schoolbook" pitchFamily="18" charset="0"/>
        </a:defRPr>
      </a:lvl2pPr>
      <a:lvl3pPr algn="l" rtl="0" fontAlgn="base">
        <a:spcBef>
          <a:spcPct val="0"/>
        </a:spcBef>
        <a:spcAft>
          <a:spcPct val="0"/>
        </a:spcAft>
        <a:defRPr sz="3000">
          <a:solidFill>
            <a:schemeClr val="tx2"/>
          </a:solidFill>
          <a:latin typeface="Century Schoolbook" pitchFamily="18" charset="0"/>
        </a:defRPr>
      </a:lvl3pPr>
      <a:lvl4pPr algn="l" rtl="0" fontAlgn="base">
        <a:spcBef>
          <a:spcPct val="0"/>
        </a:spcBef>
        <a:spcAft>
          <a:spcPct val="0"/>
        </a:spcAft>
        <a:defRPr sz="3000">
          <a:solidFill>
            <a:schemeClr val="tx2"/>
          </a:solidFill>
          <a:latin typeface="Century Schoolbook" pitchFamily="18" charset="0"/>
        </a:defRPr>
      </a:lvl4pPr>
      <a:lvl5pPr algn="l" rtl="0" fontAlgn="base">
        <a:spcBef>
          <a:spcPct val="0"/>
        </a:spcBef>
        <a:spcAft>
          <a:spcPct val="0"/>
        </a:spcAft>
        <a:defRPr sz="3000">
          <a:solidFill>
            <a:schemeClr val="tx2"/>
          </a:solidFill>
          <a:latin typeface="Century Schoolbook" pitchFamily="18" charset="0"/>
        </a:defRPr>
      </a:lvl5pPr>
      <a:lvl6pPr marL="457200" algn="l" rtl="0" fontAlgn="base">
        <a:spcBef>
          <a:spcPct val="0"/>
        </a:spcBef>
        <a:spcAft>
          <a:spcPct val="0"/>
        </a:spcAft>
        <a:defRPr sz="3000">
          <a:solidFill>
            <a:schemeClr val="tx2"/>
          </a:solidFill>
          <a:latin typeface="Century Schoolbook" pitchFamily="18" charset="0"/>
        </a:defRPr>
      </a:lvl6pPr>
      <a:lvl7pPr marL="914400" algn="l" rtl="0" fontAlgn="base">
        <a:spcBef>
          <a:spcPct val="0"/>
        </a:spcBef>
        <a:spcAft>
          <a:spcPct val="0"/>
        </a:spcAft>
        <a:defRPr sz="3000">
          <a:solidFill>
            <a:schemeClr val="tx2"/>
          </a:solidFill>
          <a:latin typeface="Century Schoolbook" pitchFamily="18" charset="0"/>
        </a:defRPr>
      </a:lvl7pPr>
      <a:lvl8pPr marL="1371600" algn="l" rtl="0" fontAlgn="base">
        <a:spcBef>
          <a:spcPct val="0"/>
        </a:spcBef>
        <a:spcAft>
          <a:spcPct val="0"/>
        </a:spcAft>
        <a:defRPr sz="3000">
          <a:solidFill>
            <a:schemeClr val="tx2"/>
          </a:solidFill>
          <a:latin typeface="Century Schoolbook" pitchFamily="18" charset="0"/>
        </a:defRPr>
      </a:lvl8pPr>
      <a:lvl9pPr marL="1828800" algn="l" rtl="0" fontAlgn="base">
        <a:spcBef>
          <a:spcPct val="0"/>
        </a:spcBef>
        <a:spcAft>
          <a:spcPct val="0"/>
        </a:spcAft>
        <a:defRPr sz="3000">
          <a:solidFill>
            <a:schemeClr val="tx2"/>
          </a:solidFill>
          <a:latin typeface="Century Schoolbook" pitchFamily="18" charset="0"/>
        </a:defRPr>
      </a:lvl9pPr>
    </p:titleStyle>
    <p:bodyStyle>
      <a:lvl1pPr marL="273050" indent="-273050" algn="l" rtl="0" fontAlgn="base">
        <a:spcBef>
          <a:spcPts val="600"/>
        </a:spcBef>
        <a:spcAft>
          <a:spcPct val="0"/>
        </a:spcAft>
        <a:buClr>
          <a:schemeClr val="accent1"/>
        </a:buClr>
        <a:buSzPct val="70000"/>
        <a:buFont typeface="Wingdings" pitchFamily="2" charset="2"/>
        <a:buChar char=""/>
        <a:defRPr sz="2400" kern="1200">
          <a:solidFill>
            <a:schemeClr val="tx1"/>
          </a:solidFill>
          <a:latin typeface="+mn-lt"/>
          <a:ea typeface="+mn-ea"/>
          <a:cs typeface="+mn-cs"/>
        </a:defRPr>
      </a:lvl1pPr>
      <a:lvl2pPr marL="639763" indent="-273050" algn="l" rtl="0" fontAlgn="base">
        <a:spcBef>
          <a:spcPct val="20000"/>
        </a:spcBef>
        <a:spcAft>
          <a:spcPct val="0"/>
        </a:spcAft>
        <a:buClr>
          <a:schemeClr val="accent1"/>
        </a:buClr>
        <a:buSzPct val="80000"/>
        <a:buFont typeface="Wingdings 2" pitchFamily="18" charset="2"/>
        <a:buChar char=""/>
        <a:defRPr sz="2100" kern="1200">
          <a:solidFill>
            <a:schemeClr val="tx1"/>
          </a:solidFill>
          <a:latin typeface="+mn-lt"/>
          <a:ea typeface="+mn-ea"/>
          <a:cs typeface="+mn-cs"/>
        </a:defRPr>
      </a:lvl2pPr>
      <a:lvl3pPr marL="914400" indent="-182563" algn="l" rtl="0" fontAlgn="base">
        <a:spcBef>
          <a:spcPct val="20000"/>
        </a:spcBef>
        <a:spcAft>
          <a:spcPct val="0"/>
        </a:spcAft>
        <a:buClr>
          <a:srgbClr val="E0752F"/>
        </a:buClr>
        <a:buSzPct val="60000"/>
        <a:buFont typeface="Wingdings" pitchFamily="2" charset="2"/>
        <a:buChar char=""/>
        <a:defRPr kern="1200">
          <a:solidFill>
            <a:schemeClr val="tx1"/>
          </a:solidFill>
          <a:latin typeface="+mn-lt"/>
          <a:ea typeface="+mn-ea"/>
          <a:cs typeface="+mn-cs"/>
        </a:defRPr>
      </a:lvl3pPr>
      <a:lvl4pPr marL="1187450" indent="-182563" algn="l" rtl="0" fontAlgn="base">
        <a:spcBef>
          <a:spcPct val="20000"/>
        </a:spcBef>
        <a:spcAft>
          <a:spcPct val="0"/>
        </a:spcAft>
        <a:buClr>
          <a:srgbClr val="FEC3AE"/>
        </a:buClr>
        <a:buSzPct val="60000"/>
        <a:buFont typeface="Wingdings" pitchFamily="2" charset="2"/>
        <a:buChar char=""/>
        <a:defRPr kern="1200">
          <a:solidFill>
            <a:schemeClr val="tx1"/>
          </a:solidFill>
          <a:latin typeface="+mn-lt"/>
          <a:ea typeface="+mn-ea"/>
          <a:cs typeface="+mn-cs"/>
        </a:defRPr>
      </a:lvl4pPr>
      <a:lvl5pPr marL="1462088" indent="-182563" algn="l" rtl="0" fontAlgn="base">
        <a:spcBef>
          <a:spcPct val="20000"/>
        </a:spcBef>
        <a:spcAft>
          <a:spcPct val="0"/>
        </a:spcAft>
        <a:buClr>
          <a:srgbClr val="BDCAE9"/>
        </a:buClr>
        <a:buSzPct val="68000"/>
        <a:buFont typeface="Wingdings 2" pitchFamily="18" charset="2"/>
        <a:buChar char=""/>
        <a:defRPr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714500" y="1785938"/>
            <a:ext cx="7429500" cy="1233487"/>
          </a:xfrm>
        </p:spPr>
        <p:txBody>
          <a:bodyPr wrap="square" lIns="91440" tIns="45720" rIns="91440" bIns="45720" numCol="1" anchorCtr="0" compatLnSpc="1">
            <a:prstTxWarp prst="textNoShape">
              <a:avLst/>
            </a:prstTxWarp>
          </a:bodyPr>
          <a:lstStyle/>
          <a:p>
            <a:pPr algn="ctr"/>
            <a:r>
              <a:rPr lang="es-ES" cap="none" dirty="0" smtClean="0"/>
              <a:t>Resolución del Trabajo Práctico </a:t>
            </a:r>
            <a:r>
              <a:rPr lang="es-ES" cap="none" dirty="0" smtClean="0"/>
              <a:t>2 </a:t>
            </a:r>
          </a:p>
        </p:txBody>
      </p:sp>
      <p:sp>
        <p:nvSpPr>
          <p:cNvPr id="3" name="2 Subtítulo"/>
          <p:cNvSpPr>
            <a:spLocks noGrp="1"/>
          </p:cNvSpPr>
          <p:nvPr>
            <p:ph type="subTitle" idx="1"/>
          </p:nvPr>
        </p:nvSpPr>
        <p:spPr>
          <a:xfrm>
            <a:off x="2411413" y="3357563"/>
            <a:ext cx="6172200" cy="2592387"/>
          </a:xfrm>
        </p:spPr>
        <p:txBody>
          <a:bodyPr>
            <a:normAutofit fontScale="92500"/>
          </a:bodyPr>
          <a:lstStyle/>
          <a:p>
            <a:pPr>
              <a:lnSpc>
                <a:spcPct val="80000"/>
              </a:lnSpc>
            </a:pPr>
            <a:r>
              <a:rPr lang="es-ES" sz="2200" dirty="0" smtClean="0"/>
              <a:t>Equipo de cátedra:</a:t>
            </a:r>
          </a:p>
          <a:p>
            <a:pPr>
              <a:lnSpc>
                <a:spcPct val="80000"/>
              </a:lnSpc>
            </a:pPr>
            <a:endParaRPr lang="es-ES" sz="2200" dirty="0" smtClean="0"/>
          </a:p>
          <a:p>
            <a:pPr>
              <a:lnSpc>
                <a:spcPct val="80000"/>
              </a:lnSpc>
            </a:pPr>
            <a:r>
              <a:rPr lang="es-ES" sz="2200" dirty="0" smtClean="0"/>
              <a:t>Adjunta a/ c: TPN Laura Otero, </a:t>
            </a:r>
            <a:r>
              <a:rPr lang="es-ES" sz="2200" dirty="0" err="1" smtClean="0"/>
              <a:t>Mgtr</a:t>
            </a:r>
            <a:r>
              <a:rPr lang="es-ES" sz="2200" dirty="0" smtClean="0"/>
              <a:t>.</a:t>
            </a:r>
          </a:p>
          <a:p>
            <a:pPr>
              <a:lnSpc>
                <a:spcPct val="80000"/>
              </a:lnSpc>
            </a:pPr>
            <a:r>
              <a:rPr lang="es-ES" sz="2200" dirty="0" smtClean="0"/>
              <a:t>JTP: Carolina </a:t>
            </a:r>
            <a:r>
              <a:rPr lang="es-ES" sz="2200" dirty="0" err="1" smtClean="0"/>
              <a:t>Barandiarán</a:t>
            </a:r>
            <a:r>
              <a:rPr lang="es-ES" sz="2200" dirty="0" smtClean="0"/>
              <a:t>, </a:t>
            </a:r>
            <a:r>
              <a:rPr lang="es-ES" sz="2200" dirty="0" err="1" smtClean="0"/>
              <a:t>Mgtr</a:t>
            </a:r>
            <a:r>
              <a:rPr lang="es-ES" sz="2200" dirty="0" smtClean="0"/>
              <a:t>.</a:t>
            </a:r>
          </a:p>
          <a:p>
            <a:pPr>
              <a:lnSpc>
                <a:spcPct val="80000"/>
              </a:lnSpc>
            </a:pPr>
            <a:r>
              <a:rPr lang="es-ES" sz="2200" dirty="0" smtClean="0"/>
              <a:t>JTP: Lic. Gabriela Llaneza (con licencia por maternidad)</a:t>
            </a:r>
          </a:p>
          <a:p>
            <a:pPr>
              <a:lnSpc>
                <a:spcPct val="80000"/>
              </a:lnSpc>
            </a:pPr>
            <a:r>
              <a:rPr lang="es-ES" sz="2200" dirty="0" smtClean="0"/>
              <a:t>Ayudante</a:t>
            </a:r>
            <a:r>
              <a:rPr lang="es-ES" sz="2200" smtClean="0"/>
              <a:t>: TPN. Di </a:t>
            </a:r>
            <a:r>
              <a:rPr lang="es-ES" sz="2200" dirty="0" smtClean="0"/>
              <a:t>Rocco, Mariana.</a:t>
            </a:r>
          </a:p>
          <a:p>
            <a:pPr>
              <a:lnSpc>
                <a:spcPct val="80000"/>
              </a:lnSpc>
            </a:pPr>
            <a:r>
              <a:rPr lang="es-ES" sz="2200" dirty="0" smtClean="0"/>
              <a:t>Ayudante:  Prof. Fernández </a:t>
            </a:r>
            <a:r>
              <a:rPr lang="es-ES" sz="2200" dirty="0" err="1" smtClean="0"/>
              <a:t>Najle</a:t>
            </a:r>
            <a:r>
              <a:rPr lang="es-ES" sz="2200" dirty="0" smtClean="0"/>
              <a:t>, Mariana.</a:t>
            </a:r>
          </a:p>
          <a:p>
            <a:pPr>
              <a:lnSpc>
                <a:spcPct val="80000"/>
              </a:lnSpc>
            </a:pPr>
            <a:endParaRPr lang="es-ES" sz="2200"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algn="ctr" fontAlgn="auto">
              <a:spcAft>
                <a:spcPts val="0"/>
              </a:spcAft>
              <a:defRPr/>
            </a:pPr>
            <a:r>
              <a:rPr lang="es-AR" sz="4000" dirty="0" smtClean="0"/>
              <a:t>Objetivos</a:t>
            </a:r>
            <a:endParaRPr lang="es-ES" sz="4000" dirty="0"/>
          </a:p>
        </p:txBody>
      </p:sp>
      <p:sp>
        <p:nvSpPr>
          <p:cNvPr id="14338" name="2 Marcador de contenido"/>
          <p:cNvSpPr>
            <a:spLocks noGrp="1"/>
          </p:cNvSpPr>
          <p:nvPr>
            <p:ph sz="quarter" idx="1"/>
          </p:nvPr>
        </p:nvSpPr>
        <p:spPr>
          <a:xfrm>
            <a:off x="457200" y="1600200"/>
            <a:ext cx="7467600" cy="4873625"/>
          </a:xfrm>
        </p:spPr>
        <p:txBody>
          <a:bodyPr/>
          <a:lstStyle/>
          <a:p>
            <a:pPr algn="just"/>
            <a:endParaRPr lang="es-AR" sz="2000" smtClean="0"/>
          </a:p>
          <a:p>
            <a:pPr algn="just"/>
            <a:r>
              <a:rPr lang="es-AR" sz="2000" smtClean="0"/>
              <a:t>Comprensión lectora: Identificación de cognados – Vocabulario específico.</a:t>
            </a:r>
          </a:p>
          <a:p>
            <a:pPr algn="just"/>
            <a:endParaRPr lang="es-AR" sz="2000" smtClean="0"/>
          </a:p>
          <a:p>
            <a:pPr algn="just"/>
            <a:r>
              <a:rPr lang="es-AR" sz="2000" smtClean="0"/>
              <a:t>Aspectos formales de la LE: Verbo BE – Construcción “there + be” – Voz pasiva y activa.</a:t>
            </a:r>
            <a:endParaRPr lang="es-ES" sz="20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fontAlgn="auto">
              <a:spcAft>
                <a:spcPts val="0"/>
              </a:spcAft>
              <a:defRPr/>
            </a:pPr>
            <a:r>
              <a:rPr lang="es-AR" sz="3600" dirty="0" err="1" smtClean="0"/>
              <a:t>Lenses</a:t>
            </a:r>
            <a:endParaRPr lang="es-ES" sz="3600" dirty="0"/>
          </a:p>
        </p:txBody>
      </p:sp>
      <p:pic>
        <p:nvPicPr>
          <p:cNvPr id="15362" name="Picture 2"/>
          <p:cNvPicPr>
            <a:picLocks noGrp="1" noChangeAspect="1" noChangeArrowheads="1"/>
          </p:cNvPicPr>
          <p:nvPr>
            <p:ph sz="quarter" idx="1"/>
          </p:nvPr>
        </p:nvPicPr>
        <p:blipFill>
          <a:blip r:embed="rId2"/>
          <a:srcRect/>
          <a:stretch>
            <a:fillRect/>
          </a:stretch>
        </p:blipFill>
        <p:spPr>
          <a:xfrm>
            <a:off x="395288" y="3860800"/>
            <a:ext cx="3238500" cy="2657475"/>
          </a:xfrm>
        </p:spPr>
      </p:pic>
      <p:sp>
        <p:nvSpPr>
          <p:cNvPr id="15363" name="4 CuadroTexto"/>
          <p:cNvSpPr txBox="1">
            <a:spLocks noChangeArrowheads="1"/>
          </p:cNvSpPr>
          <p:nvPr/>
        </p:nvSpPr>
        <p:spPr bwMode="auto">
          <a:xfrm>
            <a:off x="468313" y="1916113"/>
            <a:ext cx="7991475" cy="1939925"/>
          </a:xfrm>
          <a:prstGeom prst="rect">
            <a:avLst/>
          </a:prstGeom>
          <a:noFill/>
          <a:ln w="9525">
            <a:noFill/>
            <a:miter lim="800000"/>
            <a:headEnd/>
            <a:tailEnd/>
          </a:ln>
        </p:spPr>
        <p:txBody>
          <a:bodyPr>
            <a:spAutoFit/>
          </a:bodyPr>
          <a:lstStyle/>
          <a:p>
            <a:pPr algn="just"/>
            <a:r>
              <a:rPr lang="es-AR" sz="2400">
                <a:latin typeface="Century Schoolbook" pitchFamily="18" charset="0"/>
              </a:rPr>
              <a:t>There are numerous uses for lenses. A common use is for spectacles. Compound and refracting telescopes have two systems of lenses. Lenses are used in cameras to focus rays of light onto the film. They are also used in film projectors to magnify the picture.</a:t>
            </a:r>
            <a:endParaRPr lang="es-ES" sz="2400">
              <a:latin typeface="Century Schoolbook" pitchFamily="18" charset="0"/>
            </a:endParaRPr>
          </a:p>
        </p:txBody>
      </p:sp>
      <p:pic>
        <p:nvPicPr>
          <p:cNvPr id="15364" name="Picture 3"/>
          <p:cNvPicPr>
            <a:picLocks noChangeAspect="1" noChangeArrowheads="1"/>
          </p:cNvPicPr>
          <p:nvPr/>
        </p:nvPicPr>
        <p:blipFill>
          <a:blip r:embed="rId3"/>
          <a:srcRect/>
          <a:stretch>
            <a:fillRect/>
          </a:stretch>
        </p:blipFill>
        <p:spPr bwMode="auto">
          <a:xfrm>
            <a:off x="3059113" y="0"/>
            <a:ext cx="2792412" cy="1903413"/>
          </a:xfrm>
          <a:prstGeom prst="rect">
            <a:avLst/>
          </a:prstGeom>
          <a:noFill/>
          <a:ln w="9525">
            <a:noFill/>
            <a:miter lim="800000"/>
            <a:headEnd/>
            <a:tailEnd/>
          </a:ln>
        </p:spPr>
      </p:pic>
      <p:pic>
        <p:nvPicPr>
          <p:cNvPr id="15365" name="Picture 4"/>
          <p:cNvPicPr>
            <a:picLocks noChangeAspect="1" noChangeArrowheads="1"/>
          </p:cNvPicPr>
          <p:nvPr/>
        </p:nvPicPr>
        <p:blipFill>
          <a:blip r:embed="rId4"/>
          <a:srcRect/>
          <a:stretch>
            <a:fillRect/>
          </a:stretch>
        </p:blipFill>
        <p:spPr bwMode="auto">
          <a:xfrm>
            <a:off x="6588125" y="0"/>
            <a:ext cx="1728788" cy="2055813"/>
          </a:xfrm>
          <a:prstGeom prst="rect">
            <a:avLst/>
          </a:prstGeom>
          <a:noFill/>
          <a:ln w="9525">
            <a:noFill/>
            <a:miter lim="800000"/>
            <a:headEnd/>
            <a:tailEnd/>
          </a:ln>
        </p:spPr>
      </p:pic>
      <p:pic>
        <p:nvPicPr>
          <p:cNvPr id="15366" name="Picture 5"/>
          <p:cNvPicPr>
            <a:picLocks noChangeAspect="1" noChangeArrowheads="1"/>
          </p:cNvPicPr>
          <p:nvPr/>
        </p:nvPicPr>
        <p:blipFill>
          <a:blip r:embed="rId5"/>
          <a:srcRect/>
          <a:stretch>
            <a:fillRect/>
          </a:stretch>
        </p:blipFill>
        <p:spPr bwMode="auto">
          <a:xfrm>
            <a:off x="4284663" y="4221163"/>
            <a:ext cx="3563937" cy="1584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fontAlgn="auto">
              <a:spcAft>
                <a:spcPts val="0"/>
              </a:spcAft>
              <a:defRPr/>
            </a:pPr>
            <a:r>
              <a:rPr lang="es-AR" dirty="0" smtClean="0"/>
              <a:t>                       </a:t>
            </a:r>
            <a:r>
              <a:rPr lang="es-AR" sz="3600" dirty="0" smtClean="0"/>
              <a:t>Consignas</a:t>
            </a:r>
            <a:endParaRPr lang="es-ES" sz="3600" dirty="0"/>
          </a:p>
        </p:txBody>
      </p:sp>
      <p:sp>
        <p:nvSpPr>
          <p:cNvPr id="16386" name="2 Marcador de contenido"/>
          <p:cNvSpPr>
            <a:spLocks noGrp="1"/>
          </p:cNvSpPr>
          <p:nvPr>
            <p:ph sz="quarter" idx="1"/>
          </p:nvPr>
        </p:nvSpPr>
        <p:spPr>
          <a:xfrm>
            <a:off x="457200" y="1600200"/>
            <a:ext cx="7467600" cy="4873625"/>
          </a:xfrm>
        </p:spPr>
        <p:txBody>
          <a:bodyPr/>
          <a:lstStyle/>
          <a:p>
            <a:pPr algn="just"/>
            <a:r>
              <a:rPr lang="es-AR" smtClean="0"/>
              <a:t>1) Subrayar los cognados.</a:t>
            </a:r>
          </a:p>
          <a:p>
            <a:pPr algn="just"/>
            <a:r>
              <a:rPr lang="es-AR" smtClean="0"/>
              <a:t>2) Indicar si las imágenes coinciden con los usos mencionados en el texto.</a:t>
            </a:r>
          </a:p>
          <a:p>
            <a:pPr algn="just"/>
            <a:r>
              <a:rPr lang="es-AR" smtClean="0"/>
              <a:t>3) Traducir la primera oración.</a:t>
            </a:r>
          </a:p>
          <a:p>
            <a:pPr algn="just"/>
            <a:r>
              <a:rPr lang="es-AR" smtClean="0"/>
              <a:t>4) ¿Cómo diría en castellano “compound and refracting telescopes”?</a:t>
            </a:r>
          </a:p>
          <a:p>
            <a:pPr algn="just"/>
            <a:r>
              <a:rPr lang="es-AR" smtClean="0"/>
              <a:t>5) Determinar si las formas del verbo “be” están en voz activa o voz pasiva.</a:t>
            </a:r>
            <a:endParaRPr lang="es-ES" smtClean="0"/>
          </a:p>
        </p:txBody>
      </p:sp>
      <p:pic>
        <p:nvPicPr>
          <p:cNvPr id="16387" name="3 Imagen" descr="https://encrypted-tbn2.gstatic.com/images?q=tbn:ANd9GcQwjprApAGE6h-ECpc3ab9rmBOYUfE2kVD5e3IR3hbRjzKfYLEQ"/>
          <p:cNvPicPr>
            <a:picLocks noChangeAspect="1" noChangeArrowheads="1"/>
          </p:cNvPicPr>
          <p:nvPr/>
        </p:nvPicPr>
        <p:blipFill>
          <a:blip r:embed="rId2"/>
          <a:srcRect/>
          <a:stretch>
            <a:fillRect/>
          </a:stretch>
        </p:blipFill>
        <p:spPr bwMode="auto">
          <a:xfrm>
            <a:off x="827088" y="620713"/>
            <a:ext cx="1143000" cy="809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fontAlgn="auto">
              <a:spcAft>
                <a:spcPts val="0"/>
              </a:spcAft>
              <a:defRPr/>
            </a:pPr>
            <a:r>
              <a:rPr lang="es-AR" sz="3600" dirty="0" smtClean="0"/>
              <a:t>                    Corrección</a:t>
            </a:r>
            <a:endParaRPr lang="es-ES" sz="3600" dirty="0"/>
          </a:p>
        </p:txBody>
      </p:sp>
      <p:sp>
        <p:nvSpPr>
          <p:cNvPr id="3" name="2 Marcador de contenido"/>
          <p:cNvSpPr>
            <a:spLocks noGrp="1"/>
          </p:cNvSpPr>
          <p:nvPr>
            <p:ph sz="quarter" idx="1"/>
          </p:nvPr>
        </p:nvSpPr>
        <p:spPr>
          <a:xfrm>
            <a:off x="457200" y="1600200"/>
            <a:ext cx="8218488" cy="5068888"/>
          </a:xfrm>
        </p:spPr>
        <p:txBody>
          <a:bodyPr>
            <a:normAutofit/>
          </a:bodyPr>
          <a:lstStyle/>
          <a:p>
            <a:r>
              <a:rPr lang="es-AR" sz="2200" smtClean="0"/>
              <a:t>1) numerous – uses – common – use – </a:t>
            </a:r>
          </a:p>
          <a:p>
            <a:r>
              <a:rPr lang="es-AR" sz="2200" smtClean="0"/>
              <a:t>compound – refracting telescopes -  (FN – ING en refracting y està calificando a telescopes al igual que compound) </a:t>
            </a:r>
          </a:p>
          <a:p>
            <a:r>
              <a:rPr lang="es-AR" sz="2200" smtClean="0"/>
              <a:t>Used – use nuevamente, antes USE/uses se usó como sustantivo, aquí como participio pasado del verbo USE. Esta forma se usa para la voz pasiva (entre otras formas verbales) </a:t>
            </a:r>
          </a:p>
          <a:p>
            <a:r>
              <a:rPr lang="es-AR" sz="2200" smtClean="0"/>
              <a:t>systems -  in- cameras – rays – focus – film </a:t>
            </a:r>
          </a:p>
          <a:p>
            <a:endParaRPr lang="es-AR" sz="2200" smtClean="0"/>
          </a:p>
          <a:p>
            <a:r>
              <a:rPr lang="es-AR" sz="2200" smtClean="0"/>
              <a:t>.</a:t>
            </a:r>
          </a:p>
          <a:p>
            <a:endParaRPr lang="es-AR" sz="2200" smtClean="0"/>
          </a:p>
          <a:p>
            <a:pPr>
              <a:buFont typeface="Wingdings" pitchFamily="2" charset="2"/>
              <a:buNone/>
            </a:pPr>
            <a:r>
              <a:rPr lang="es-AR" sz="2200" i="1" smtClean="0"/>
              <a:t>        </a:t>
            </a:r>
            <a:endParaRPr lang="es-ES" sz="2200" smtClean="0"/>
          </a:p>
        </p:txBody>
      </p:sp>
      <p:pic>
        <p:nvPicPr>
          <p:cNvPr id="17411" name="Picture 2"/>
          <p:cNvPicPr>
            <a:picLocks noChangeAspect="1" noChangeArrowheads="1"/>
          </p:cNvPicPr>
          <p:nvPr/>
        </p:nvPicPr>
        <p:blipFill>
          <a:blip r:embed="rId2"/>
          <a:srcRect/>
          <a:stretch>
            <a:fillRect/>
          </a:stretch>
        </p:blipFill>
        <p:spPr bwMode="auto">
          <a:xfrm>
            <a:off x="857250" y="357188"/>
            <a:ext cx="1171575" cy="1000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idx="4294967295"/>
          </p:nvPr>
        </p:nvSpPr>
        <p:spPr bwMode="auto">
          <a:noFill/>
        </p:spPr>
        <p:txBody>
          <a:bodyPr wrap="square" lIns="91440" tIns="45720" rIns="91440" bIns="45720" numCol="1" anchorCtr="0" compatLnSpc="1">
            <a:prstTxWarp prst="textNoShape">
              <a:avLst/>
            </a:prstTxWarp>
          </a:bodyPr>
          <a:lstStyle/>
          <a:p>
            <a:endParaRPr lang="en-US" cap="none" smtClean="0"/>
          </a:p>
        </p:txBody>
      </p:sp>
      <p:sp>
        <p:nvSpPr>
          <p:cNvPr id="24579" name="Rectangle 3"/>
          <p:cNvSpPr>
            <a:spLocks noGrp="1"/>
          </p:cNvSpPr>
          <p:nvPr>
            <p:ph type="body" idx="4294967295"/>
          </p:nvPr>
        </p:nvSpPr>
        <p:spPr/>
        <p:txBody>
          <a:bodyPr/>
          <a:lstStyle/>
          <a:p>
            <a:r>
              <a:rPr lang="es-AR" sz="2600" smtClean="0"/>
              <a:t>2) Not all of them (No todas).</a:t>
            </a:r>
          </a:p>
          <a:p>
            <a:endParaRPr lang="es-AR" sz="2600" smtClean="0"/>
          </a:p>
          <a:p>
            <a:r>
              <a:rPr lang="es-AR" sz="2600" smtClean="0"/>
              <a:t>3)  Hay/Existen numerosos / diferentes usos para los lentes.</a:t>
            </a:r>
          </a:p>
          <a:p>
            <a:endParaRPr lang="es-AR" sz="2600" smtClean="0"/>
          </a:p>
          <a:p>
            <a:r>
              <a:rPr lang="es-AR" sz="2600" smtClean="0"/>
              <a:t>4) Telescopios compuestos y refractariosVoz pasiva: </a:t>
            </a:r>
            <a:r>
              <a:rPr lang="es-AR" sz="2600" i="1" smtClean="0"/>
              <a:t>Lenses </a:t>
            </a:r>
            <a:r>
              <a:rPr lang="es-AR" sz="2600" i="1" smtClean="0">
                <a:solidFill>
                  <a:srgbClr val="002060"/>
                </a:solidFill>
              </a:rPr>
              <a:t>are used </a:t>
            </a:r>
            <a:r>
              <a:rPr lang="es-AR" sz="2600" i="1" smtClean="0"/>
              <a:t>in cameras… / They </a:t>
            </a:r>
            <a:r>
              <a:rPr lang="es-AR" sz="2600" i="1" smtClean="0">
                <a:solidFill>
                  <a:srgbClr val="002060"/>
                </a:solidFill>
              </a:rPr>
              <a:t>are</a:t>
            </a:r>
            <a:r>
              <a:rPr lang="es-AR" sz="2600" i="1" smtClean="0"/>
              <a:t> also </a:t>
            </a:r>
            <a:r>
              <a:rPr lang="es-AR" sz="2600" i="1" smtClean="0">
                <a:solidFill>
                  <a:srgbClr val="002060"/>
                </a:solidFill>
              </a:rPr>
              <a:t>used</a:t>
            </a:r>
            <a:r>
              <a:rPr lang="es-AR" sz="2600" i="1" smtClean="0"/>
              <a:t> in film projectors…</a:t>
            </a:r>
          </a:p>
          <a:p>
            <a:r>
              <a:rPr lang="es-AR" sz="2600" smtClean="0"/>
              <a:t>5) Voz activa: </a:t>
            </a:r>
            <a:r>
              <a:rPr lang="es-AR" sz="2600" i="1" smtClean="0"/>
              <a:t>There </a:t>
            </a:r>
            <a:r>
              <a:rPr lang="es-AR" sz="2600" i="1" smtClean="0">
                <a:solidFill>
                  <a:srgbClr val="FF0000"/>
                </a:solidFill>
              </a:rPr>
              <a:t>are</a:t>
            </a:r>
            <a:r>
              <a:rPr lang="es-AR" sz="2600" i="1" smtClean="0"/>
              <a:t> numerous… / A common use </a:t>
            </a:r>
            <a:r>
              <a:rPr lang="es-AR" sz="2600" i="1" smtClean="0">
                <a:solidFill>
                  <a:srgbClr val="FF0000"/>
                </a:solidFill>
              </a:rPr>
              <a:t>is</a:t>
            </a:r>
            <a:r>
              <a:rPr lang="es-AR" sz="2600" i="1" smtClean="0"/>
              <a:t> for spectacles. </a:t>
            </a:r>
          </a:p>
          <a:p>
            <a:endParaRPr lang="es-AR" sz="2600" smtClean="0"/>
          </a:p>
          <a:p>
            <a:endParaRPr lang="es-ES" sz="2600" smtClean="0"/>
          </a:p>
        </p:txBody>
      </p:sp>
      <p:sp>
        <p:nvSpPr>
          <p:cNvPr id="24580" name="Rectangle 4"/>
          <p:cNvSpPr>
            <a:spLocks noChangeArrowheads="1"/>
          </p:cNvSpPr>
          <p:nvPr/>
        </p:nvSpPr>
        <p:spPr bwMode="auto">
          <a:xfrm>
            <a:off x="2286000" y="-1539875"/>
            <a:ext cx="4572000" cy="1190625"/>
          </a:xfrm>
          <a:prstGeom prst="rect">
            <a:avLst/>
          </a:prstGeom>
          <a:noFill/>
          <a:ln w="9525">
            <a:noFill/>
            <a:miter lim="800000"/>
            <a:headEnd/>
            <a:tailEnd/>
          </a:ln>
          <a:effectLst/>
        </p:spPr>
        <p:txBody>
          <a:bodyPr>
            <a:spAutoFit/>
          </a:bodyPr>
          <a:lstStyle/>
          <a:p>
            <a:r>
              <a:rPr lang="es-AR"/>
              <a:t>Voz pasiva: </a:t>
            </a:r>
            <a:r>
              <a:rPr lang="es-AR" i="1"/>
              <a:t>Lenses </a:t>
            </a:r>
            <a:r>
              <a:rPr lang="es-AR" i="1">
                <a:solidFill>
                  <a:srgbClr val="002060"/>
                </a:solidFill>
              </a:rPr>
              <a:t>are used </a:t>
            </a:r>
            <a:r>
              <a:rPr lang="es-AR" i="1"/>
              <a:t>in cameras… / They </a:t>
            </a:r>
            <a:r>
              <a:rPr lang="es-AR" i="1">
                <a:solidFill>
                  <a:srgbClr val="002060"/>
                </a:solidFill>
              </a:rPr>
              <a:t>are</a:t>
            </a:r>
            <a:r>
              <a:rPr lang="es-AR" i="1"/>
              <a:t> also </a:t>
            </a:r>
            <a:r>
              <a:rPr lang="es-AR" i="1">
                <a:solidFill>
                  <a:srgbClr val="002060"/>
                </a:solidFill>
              </a:rPr>
              <a:t>used</a:t>
            </a:r>
            <a:r>
              <a:rPr lang="es-AR" i="1"/>
              <a:t> in film projectors…</a:t>
            </a:r>
          </a:p>
          <a:p>
            <a:r>
              <a:rPr lang="es-AR"/>
              <a:t>5) Voz activa: </a:t>
            </a:r>
            <a:r>
              <a:rPr lang="es-AR" i="1"/>
              <a:t>There </a:t>
            </a:r>
            <a:r>
              <a:rPr lang="es-AR" i="1">
                <a:solidFill>
                  <a:srgbClr val="FF0000"/>
                </a:solidFill>
              </a:rPr>
              <a:t>are</a:t>
            </a:r>
            <a:r>
              <a:rPr lang="es-AR" i="1"/>
              <a:t> numerous… / A common use </a:t>
            </a:r>
            <a:r>
              <a:rPr lang="es-AR" i="1">
                <a:solidFill>
                  <a:srgbClr val="FF0000"/>
                </a:solidFill>
              </a:rPr>
              <a:t>is</a:t>
            </a:r>
            <a:r>
              <a:rPr lang="es-AR" i="1"/>
              <a:t> for spectacles.</a:t>
            </a:r>
            <a:r>
              <a:rPr lang="es-AR"/>
              <a:t> </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irador">
  <a:themeElements>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Mirador">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Mirador">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Override1.xml><?xml version="1.0" encoding="utf-8"?>
<a:themeOverride xmlns:a="http://schemas.openxmlformats.org/drawingml/2006/main">
  <a:clrScheme name="Mirador">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themeOverride>
</file>

<file path=docProps/app.xml><?xml version="1.0" encoding="utf-8"?>
<Properties xmlns="http://schemas.openxmlformats.org/officeDocument/2006/extended-properties" xmlns:vt="http://schemas.openxmlformats.org/officeDocument/2006/docPropsVTypes">
  <Template>Oriel</Template>
  <TotalTime>53</TotalTime>
  <Words>377</Words>
  <Application>Microsoft Office PowerPoint</Application>
  <PresentationFormat>Presentación en pantalla (4:3)</PresentationFormat>
  <Paragraphs>38</Paragraphs>
  <Slides>6</Slides>
  <Notes>0</Notes>
  <HiddenSlides>0</HiddenSlides>
  <MMClips>0</MMClips>
  <ScaleCrop>false</ScaleCrop>
  <HeadingPairs>
    <vt:vector size="4" baseType="variant">
      <vt:variant>
        <vt:lpstr>Tema</vt:lpstr>
      </vt:variant>
      <vt:variant>
        <vt:i4>1</vt:i4>
      </vt:variant>
      <vt:variant>
        <vt:lpstr>Títulos de diapositiva</vt:lpstr>
      </vt:variant>
      <vt:variant>
        <vt:i4>6</vt:i4>
      </vt:variant>
    </vt:vector>
  </HeadingPairs>
  <TitlesOfParts>
    <vt:vector size="7" baseType="lpstr">
      <vt:lpstr>Mirador</vt:lpstr>
      <vt:lpstr>Resolución del Trabajo Práctico 2 </vt:lpstr>
      <vt:lpstr>Objetivos</vt:lpstr>
      <vt:lpstr>Lenses</vt:lpstr>
      <vt:lpstr>                       Consignas</vt:lpstr>
      <vt:lpstr>                    Corrección</vt:lpstr>
      <vt:lpstr>Diapositiva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Trabajo Práctico N° 2</dc:title>
  <dc:creator>Rocío</dc:creator>
  <cp:lastModifiedBy>Usuario</cp:lastModifiedBy>
  <cp:revision>6</cp:revision>
  <dcterms:created xsi:type="dcterms:W3CDTF">2018-04-06T18:07:03Z</dcterms:created>
  <dcterms:modified xsi:type="dcterms:W3CDTF">2020-04-15T13:59:13Z</dcterms:modified>
</cp:coreProperties>
</file>